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04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486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28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564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37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74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50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321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39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248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972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7844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2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353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690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678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23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92B5080-0AE6-42CF-9EB3-ACAAAB42DAED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E1E7E-81C5-4F4D-9849-BBD49449EA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7351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61272-7309-2452-2221-9AC058190A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Pandas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3AF0B-D933-DF90-00BC-2EC031F81E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err="1"/>
              <a:t>PANdas</a:t>
            </a:r>
            <a:r>
              <a:rPr lang="en-GB" dirty="0"/>
              <a:t> are python framework/Library that are used In </a:t>
            </a:r>
            <a:r>
              <a:rPr lang="en-GB" dirty="0" err="1"/>
              <a:t>analyzing</a:t>
            </a:r>
            <a:r>
              <a:rPr lang="en-GB" dirty="0"/>
              <a:t>, cleaning and manipulating data. It helps users to clean messy data set and make them readable and relevant.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FBEE1-9EB9-6CDE-7CF8-3C7CB9B05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35200"/>
            <a:ext cx="337185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353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E62D-0501-DF04-7F5E-D636F8623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8F126-E712-4EC3-301C-63BA98B9E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Padas are used to read files such as .txt, .xlsx(excel), .csv(comma separated values), .</a:t>
            </a:r>
            <a:r>
              <a:rPr lang="en-GB" dirty="0" err="1"/>
              <a:t>json</a:t>
            </a:r>
            <a:r>
              <a:rPr lang="en-GB" dirty="0"/>
              <a:t>.</a:t>
            </a:r>
          </a:p>
          <a:p>
            <a:r>
              <a:rPr lang="en-GB" dirty="0"/>
              <a:t>Data frames are created for the data and various functions such as .</a:t>
            </a:r>
            <a:r>
              <a:rPr lang="en-GB" dirty="0" err="1"/>
              <a:t>agg</a:t>
            </a:r>
            <a:r>
              <a:rPr lang="en-GB" dirty="0"/>
              <a:t>, .</a:t>
            </a:r>
            <a:r>
              <a:rPr lang="en-GB" dirty="0" err="1"/>
              <a:t>orderby</a:t>
            </a:r>
            <a:r>
              <a:rPr lang="en-GB" dirty="0"/>
              <a:t>, .Series, .merge, .join, .</a:t>
            </a:r>
            <a:r>
              <a:rPr lang="en-GB" dirty="0" err="1"/>
              <a:t>concat</a:t>
            </a:r>
            <a:r>
              <a:rPr lang="en-GB" dirty="0"/>
              <a:t> etc</a:t>
            </a:r>
          </a:p>
          <a:p>
            <a:r>
              <a:rPr lang="en-GB" dirty="0"/>
              <a:t>The mathematical calculated values can be given by the function .describe.</a:t>
            </a:r>
          </a:p>
          <a:p>
            <a:r>
              <a:rPr lang="en-GB" dirty="0"/>
              <a:t>The .head() functions gives the values from the start till the give number in the parenthesis where as .tail() gives the values from the </a:t>
            </a:r>
            <a:r>
              <a:rPr lang="en-GB"/>
              <a:t>last portion.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2185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133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Ion</vt:lpstr>
      <vt:lpstr>Pandas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Aayush Joshi</dc:creator>
  <cp:lastModifiedBy>Aayush Joshi</cp:lastModifiedBy>
  <cp:revision>1</cp:revision>
  <dcterms:created xsi:type="dcterms:W3CDTF">2026-08-20T13:05:35Z</dcterms:created>
  <dcterms:modified xsi:type="dcterms:W3CDTF">2026-08-20T13:14:51Z</dcterms:modified>
</cp:coreProperties>
</file>